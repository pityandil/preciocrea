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8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720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25600" y="-914400"/>
            <a:ext cx="5689600" cy="3200400"/>
          </a:xfrm>
          <a:prstGeom prst="ellipse">
            <a:avLst/>
          </a:prstGeom>
          <a:solidFill>
            <a:srgbClr val="C77DFF">
              <a:alpha val="30000"/>
            </a:srgbClr>
          </a:solidFill>
          <a:ln w="12700">
            <a:solidFill>
              <a:srgbClr val="C77D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689600" y="6858000"/>
            <a:ext cx="4876800" cy="274320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2113280" y="914400"/>
            <a:ext cx="4876800" cy="347472"/>
          </a:xfrm>
          <a:prstGeom prst="roundRect">
            <a:avLst>
              <a:gd name="adj" fmla="val 26316"/>
            </a:avLst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 sz="4400"/>
          </a:p>
        </p:txBody>
      </p:sp>
      <p:sp>
        <p:nvSpPr>
          <p:cNvPr id="5" name="Text 3"/>
          <p:cNvSpPr/>
          <p:nvPr/>
        </p:nvSpPr>
        <p:spPr>
          <a:xfrm>
            <a:off x="2113280" y="914400"/>
            <a:ext cx="487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guía paso a paso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7680" y="1417320"/>
            <a:ext cx="812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</a:t>
            </a:r>
            <a:r>
              <a:rPr lang="en-US" sz="6600" b="1" dirty="0">
                <a:solidFill>
                  <a:srgbClr val="FFD9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</a:t>
            </a:r>
            <a:r>
              <a:rPr lang="en-US" sz="6600" dirty="0">
                <a:solidFill>
                  <a:srgbClr val="FFD9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✨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3251200" y="2468880"/>
            <a:ext cx="260096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8" name="Text 6"/>
          <p:cNvSpPr/>
          <p:nvPr/>
        </p:nvSpPr>
        <p:spPr>
          <a:xfrm>
            <a:off x="487680" y="2651760"/>
            <a:ext cx="812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calculo el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 justo de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creación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50240" y="4434840"/>
            <a:ext cx="780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pasos simples. Números reales.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que puedo cobrar con confianza.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91744" y="5486400"/>
            <a:ext cx="1918208" cy="438912"/>
          </a:xfrm>
          <a:prstGeom prst="roundRect">
            <a:avLst>
              <a:gd name="adj" fmla="val 20833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5400"/>
          </a:p>
        </p:txBody>
      </p:sp>
      <p:sp>
        <p:nvSpPr>
          <p:cNvPr id="11" name="Text 9"/>
          <p:cNvSpPr/>
          <p:nvPr/>
        </p:nvSpPr>
        <p:spPr>
          <a:xfrm>
            <a:off x="491744" y="5486400"/>
            <a:ext cx="1918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Materiales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572512" y="5486400"/>
            <a:ext cx="1918208" cy="438912"/>
          </a:xfrm>
          <a:prstGeom prst="roundRect">
            <a:avLst>
              <a:gd name="adj" fmla="val 20833"/>
            </a:avLst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s-CL" sz="5400"/>
          </a:p>
        </p:txBody>
      </p:sp>
      <p:sp>
        <p:nvSpPr>
          <p:cNvPr id="13" name="Text 11"/>
          <p:cNvSpPr/>
          <p:nvPr/>
        </p:nvSpPr>
        <p:spPr>
          <a:xfrm>
            <a:off x="2572512" y="5486400"/>
            <a:ext cx="1918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Tiempo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653280" y="5486400"/>
            <a:ext cx="1918208" cy="438912"/>
          </a:xfrm>
          <a:prstGeom prst="roundRect">
            <a:avLst>
              <a:gd name="adj" fmla="val 20833"/>
            </a:avLst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 sz="5400"/>
          </a:p>
        </p:txBody>
      </p:sp>
      <p:sp>
        <p:nvSpPr>
          <p:cNvPr id="15" name="Text 13"/>
          <p:cNvSpPr/>
          <p:nvPr/>
        </p:nvSpPr>
        <p:spPr>
          <a:xfrm>
            <a:off x="4653280" y="5486400"/>
            <a:ext cx="1918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Creatividad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734048" y="5486400"/>
            <a:ext cx="1918208" cy="438912"/>
          </a:xfrm>
          <a:prstGeom prst="roundRect">
            <a:avLst>
              <a:gd name="adj" fmla="val 20833"/>
            </a:avLst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 sz="5400"/>
          </a:p>
        </p:txBody>
      </p:sp>
      <p:sp>
        <p:nvSpPr>
          <p:cNvPr id="17" name="Text 15"/>
          <p:cNvSpPr/>
          <p:nvPr/>
        </p:nvSpPr>
        <p:spPr>
          <a:xfrm>
            <a:off x="6734048" y="5486400"/>
            <a:ext cx="1918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Costos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2926080" y="6126480"/>
            <a:ext cx="3251200" cy="2286000"/>
          </a:xfrm>
          <a:prstGeom prst="roundRect">
            <a:avLst>
              <a:gd name="adj" fmla="val 11000"/>
            </a:avLst>
          </a:prstGeom>
          <a:solidFill>
            <a:srgbClr val="1E1E2E"/>
          </a:solidFill>
          <a:ln w="25400">
            <a:solidFill>
              <a:srgbClr val="4444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2800"/>
          </a:p>
        </p:txBody>
      </p:sp>
      <p:sp>
        <p:nvSpPr>
          <p:cNvPr id="19" name="Shape 17"/>
          <p:cNvSpPr/>
          <p:nvPr/>
        </p:nvSpPr>
        <p:spPr>
          <a:xfrm>
            <a:off x="3121152" y="6419088"/>
            <a:ext cx="2861056" cy="1783080"/>
          </a:xfrm>
          <a:prstGeom prst="rect">
            <a:avLst/>
          </a:prstGeom>
          <a:solidFill>
            <a:srgbClr val="FFF6E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20" name="Shape 18"/>
          <p:cNvSpPr/>
          <p:nvPr/>
        </p:nvSpPr>
        <p:spPr>
          <a:xfrm>
            <a:off x="3121152" y="6419088"/>
            <a:ext cx="2861056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21" name="Shape 19"/>
          <p:cNvSpPr/>
          <p:nvPr/>
        </p:nvSpPr>
        <p:spPr>
          <a:xfrm>
            <a:off x="4194048" y="6172200"/>
            <a:ext cx="715264" cy="128016"/>
          </a:xfrm>
          <a:prstGeom prst="roundRect">
            <a:avLst>
              <a:gd name="adj" fmla="val 35714"/>
            </a:avLst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22" name="Text 20"/>
          <p:cNvSpPr/>
          <p:nvPr/>
        </p:nvSpPr>
        <p:spPr>
          <a:xfrm>
            <a:off x="3121152" y="6419088"/>
            <a:ext cx="286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</a:t>
            </a:r>
            <a:r>
              <a:rPr lang="en-US" sz="1200" b="1" dirty="0">
                <a:solidFill>
                  <a:srgbClr val="C77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69920" y="6903720"/>
            <a:ext cx="276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🧺  ⏰  🎨  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32480" y="7516368"/>
            <a:ext cx="243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Calcular precio 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3760" y="7516368"/>
            <a:ext cx="2275840" cy="320040"/>
          </a:xfrm>
          <a:prstGeom prst="roundRect">
            <a:avLst>
              <a:gd name="adj" fmla="val 22857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26" name="Text 24"/>
          <p:cNvSpPr/>
          <p:nvPr/>
        </p:nvSpPr>
        <p:spPr>
          <a:xfrm>
            <a:off x="3413760" y="7516368"/>
            <a:ext cx="227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Calcular precio 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41422"/>
          </a:solidFill>
          <a:ln w="12700">
            <a:solidFill>
              <a:srgbClr val="141422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28" name="Text 26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68960" y="256032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68960" y="256032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44320" y="201168"/>
            <a:ext cx="97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🧺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8960" y="685800"/>
            <a:ext cx="796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8960" y="1389888"/>
            <a:ext cx="796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Anoto todo lo que se convierte en producto.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Nada es gratis, aunque sobre.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0240" y="2148840"/>
            <a:ext cx="3901440" cy="4114800"/>
          </a:xfrm>
          <a:prstGeom prst="roundRect">
            <a:avLst>
              <a:gd name="adj" fmla="val 9167"/>
            </a:avLst>
          </a:prstGeom>
          <a:solidFill>
            <a:srgbClr val="1E1E2E"/>
          </a:solidFill>
          <a:ln w="25400">
            <a:solidFill>
              <a:srgbClr val="4444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4000"/>
          </a:p>
        </p:txBody>
      </p:sp>
      <p:sp>
        <p:nvSpPr>
          <p:cNvPr id="9" name="Shape 7"/>
          <p:cNvSpPr/>
          <p:nvPr/>
        </p:nvSpPr>
        <p:spPr>
          <a:xfrm>
            <a:off x="845312" y="2441448"/>
            <a:ext cx="3511296" cy="3611880"/>
          </a:xfrm>
          <a:prstGeom prst="rect">
            <a:avLst/>
          </a:prstGeom>
          <a:solidFill>
            <a:srgbClr val="FFF6E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0" name="Shape 8"/>
          <p:cNvSpPr/>
          <p:nvPr/>
        </p:nvSpPr>
        <p:spPr>
          <a:xfrm>
            <a:off x="845312" y="2441448"/>
            <a:ext cx="3511296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1" name="Shape 9"/>
          <p:cNvSpPr/>
          <p:nvPr/>
        </p:nvSpPr>
        <p:spPr>
          <a:xfrm>
            <a:off x="2243328" y="2194560"/>
            <a:ext cx="715264" cy="128016"/>
          </a:xfrm>
          <a:prstGeom prst="roundRect">
            <a:avLst>
              <a:gd name="adj" fmla="val 35714"/>
            </a:avLst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2" name="Text 10"/>
          <p:cNvSpPr/>
          <p:nvPr/>
        </p:nvSpPr>
        <p:spPr>
          <a:xfrm>
            <a:off x="845312" y="2441448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🧺 Materiales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4080" y="2926080"/>
            <a:ext cx="3413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4" name="Shape 12"/>
          <p:cNvSpPr/>
          <p:nvPr/>
        </p:nvSpPr>
        <p:spPr>
          <a:xfrm>
            <a:off x="894080" y="2926080"/>
            <a:ext cx="65024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5" name="Text 13"/>
          <p:cNvSpPr/>
          <p:nvPr/>
        </p:nvSpPr>
        <p:spPr>
          <a:xfrm>
            <a:off x="1024128" y="2971800"/>
            <a:ext cx="178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Soda cáustica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3182112"/>
            <a:ext cx="227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$700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4080" y="3584448"/>
            <a:ext cx="3413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8" name="Shape 16"/>
          <p:cNvSpPr/>
          <p:nvPr/>
        </p:nvSpPr>
        <p:spPr>
          <a:xfrm>
            <a:off x="894080" y="3584448"/>
            <a:ext cx="65024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9" name="Text 17"/>
          <p:cNvSpPr/>
          <p:nvPr/>
        </p:nvSpPr>
        <p:spPr>
          <a:xfrm>
            <a:off x="1024128" y="3630168"/>
            <a:ext cx="178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Aceite de oliva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840480"/>
            <a:ext cx="227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4080" y="4242816"/>
            <a:ext cx="3413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22" name="Shape 20"/>
          <p:cNvSpPr/>
          <p:nvPr/>
        </p:nvSpPr>
        <p:spPr>
          <a:xfrm>
            <a:off x="894080" y="4242816"/>
            <a:ext cx="65024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23" name="Text 21"/>
          <p:cNvSpPr/>
          <p:nvPr/>
        </p:nvSpPr>
        <p:spPr>
          <a:xfrm>
            <a:off x="1024128" y="4288536"/>
            <a:ext cx="178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Colorante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4498848"/>
            <a:ext cx="227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4080" y="4901184"/>
            <a:ext cx="3413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26" name="Shape 24"/>
          <p:cNvSpPr/>
          <p:nvPr/>
        </p:nvSpPr>
        <p:spPr>
          <a:xfrm>
            <a:off x="894080" y="4901184"/>
            <a:ext cx="65024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27" name="Text 25"/>
          <p:cNvSpPr/>
          <p:nvPr/>
        </p:nvSpPr>
        <p:spPr>
          <a:xfrm>
            <a:off x="1024128" y="4946904"/>
            <a:ext cx="178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Esencia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24128" y="5157216"/>
            <a:ext cx="227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$400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4080" y="5623560"/>
            <a:ext cx="3413760" cy="40233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30" name="Text 28"/>
          <p:cNvSpPr/>
          <p:nvPr/>
        </p:nvSpPr>
        <p:spPr>
          <a:xfrm>
            <a:off x="894080" y="5623560"/>
            <a:ext cx="341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Total: $6.550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958080" y="214884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3600"/>
          </a:p>
        </p:txBody>
      </p:sp>
      <p:sp>
        <p:nvSpPr>
          <p:cNvPr id="32" name="Shape 30"/>
          <p:cNvSpPr/>
          <p:nvPr/>
        </p:nvSpPr>
        <p:spPr>
          <a:xfrm>
            <a:off x="4958080" y="2148840"/>
            <a:ext cx="365760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33" name="Text 31"/>
          <p:cNvSpPr/>
          <p:nvPr/>
        </p:nvSpPr>
        <p:spPr>
          <a:xfrm>
            <a:off x="5039360" y="2240280"/>
            <a:ext cx="65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071872" y="2606040"/>
            <a:ext cx="341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¿Compré a granel?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071872" y="2971800"/>
            <a:ext cx="341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Calculo el costo proporcional del jabón (ej: uso 200g de un kilo).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958080" y="416052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3600"/>
          </a:p>
        </p:txBody>
      </p:sp>
      <p:sp>
        <p:nvSpPr>
          <p:cNvPr id="37" name="Shape 35"/>
          <p:cNvSpPr/>
          <p:nvPr/>
        </p:nvSpPr>
        <p:spPr>
          <a:xfrm>
            <a:off x="4958080" y="4160520"/>
            <a:ext cx="365760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38" name="Text 36"/>
          <p:cNvSpPr/>
          <p:nvPr/>
        </p:nvSpPr>
        <p:spPr>
          <a:xfrm>
            <a:off x="5039360" y="4251960"/>
            <a:ext cx="65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071872" y="4617720"/>
            <a:ext cx="341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¿Desperdicié material?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071872" y="4983480"/>
            <a:ext cx="341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incluyo igual — es parte del costo de producción.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958080" y="617220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3600"/>
          </a:p>
        </p:txBody>
      </p:sp>
      <p:sp>
        <p:nvSpPr>
          <p:cNvPr id="42" name="Shape 40"/>
          <p:cNvSpPr/>
          <p:nvPr/>
        </p:nvSpPr>
        <p:spPr>
          <a:xfrm>
            <a:off x="4958080" y="6172200"/>
            <a:ext cx="365760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43" name="Text 41"/>
          <p:cNvSpPr/>
          <p:nvPr/>
        </p:nvSpPr>
        <p:spPr>
          <a:xfrm>
            <a:off x="5039360" y="6263640"/>
            <a:ext cx="65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5071872" y="6629400"/>
            <a:ext cx="341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¿Tenía stock previo?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071872" y="6995160"/>
            <a:ext cx="341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Uso el precio actual, no lo que pagué hace 2 años.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0" y="-914400"/>
            <a:ext cx="5689600" cy="3200400"/>
          </a:xfrm>
          <a:prstGeom prst="ellipse">
            <a:avLst/>
          </a:prstGeom>
          <a:solidFill>
            <a:srgbClr val="4D96FF">
              <a:alpha val="20000"/>
            </a:srgbClr>
          </a:solidFill>
          <a:ln w="12700">
            <a:solidFill>
              <a:srgbClr val="4D96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68960" y="256032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68960" y="256032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44320" y="201168"/>
            <a:ext cx="97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8960" y="685800"/>
            <a:ext cx="796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D9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Tiempo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68960" y="1389888"/>
            <a:ext cx="796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hora de trabajo tiene valor.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Págatela siempre — así el negocio es real.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789159" y="2834640"/>
            <a:ext cx="3738880" cy="3840480"/>
          </a:xfrm>
          <a:prstGeom prst="roundRect">
            <a:avLst>
              <a:gd name="adj" fmla="val 9565"/>
            </a:avLst>
          </a:prstGeom>
          <a:solidFill>
            <a:srgbClr val="1E1E2E"/>
          </a:solidFill>
          <a:ln w="25400">
            <a:solidFill>
              <a:srgbClr val="4444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984231" y="3127248"/>
            <a:ext cx="3348736" cy="3337560"/>
          </a:xfrm>
          <a:prstGeom prst="rect">
            <a:avLst/>
          </a:prstGeom>
          <a:solidFill>
            <a:srgbClr val="FFF6E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1" name="Shape 9"/>
          <p:cNvSpPr/>
          <p:nvPr/>
        </p:nvSpPr>
        <p:spPr>
          <a:xfrm>
            <a:off x="4984231" y="3127248"/>
            <a:ext cx="3348736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2" name="Shape 10"/>
          <p:cNvSpPr/>
          <p:nvPr/>
        </p:nvSpPr>
        <p:spPr>
          <a:xfrm>
            <a:off x="6300967" y="2880360"/>
            <a:ext cx="715264" cy="128016"/>
          </a:xfrm>
          <a:prstGeom prst="roundRect">
            <a:avLst>
              <a:gd name="adj" fmla="val 35714"/>
            </a:avLst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3" name="Text 11"/>
          <p:cNvSpPr/>
          <p:nvPr/>
        </p:nvSpPr>
        <p:spPr>
          <a:xfrm>
            <a:off x="4984231" y="3127248"/>
            <a:ext cx="3348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⏰ Mi Tiempo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32999" y="3657600"/>
            <a:ext cx="3251200" cy="47548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5" name="Text 13"/>
          <p:cNvSpPr/>
          <p:nvPr/>
        </p:nvSpPr>
        <p:spPr>
          <a:xfrm>
            <a:off x="5146791" y="3703320"/>
            <a:ext cx="308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Horas trabajadas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6791" y="3886200"/>
            <a:ext cx="308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 horas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32999" y="4279392"/>
            <a:ext cx="3251200" cy="47548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18" name="Text 16"/>
          <p:cNvSpPr/>
          <p:nvPr/>
        </p:nvSpPr>
        <p:spPr>
          <a:xfrm>
            <a:off x="5146791" y="4315968"/>
            <a:ext cx="308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valor/hora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46791" y="4498848"/>
            <a:ext cx="308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$4.500 /hr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32999" y="4983480"/>
            <a:ext cx="3251200" cy="50292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21" name="Text 19"/>
          <p:cNvSpPr/>
          <p:nvPr/>
        </p:nvSpPr>
        <p:spPr>
          <a:xfrm>
            <a:off x="5146791" y="5010912"/>
            <a:ext cx="308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Mano de obra: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6791" y="5193792"/>
            <a:ext cx="308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$11.250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032999" y="5687568"/>
            <a:ext cx="325120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 sz="4000"/>
          </a:p>
        </p:txBody>
      </p:sp>
      <p:sp>
        <p:nvSpPr>
          <p:cNvPr id="24" name="Text 22"/>
          <p:cNvSpPr/>
          <p:nvPr/>
        </p:nvSpPr>
        <p:spPr>
          <a:xfrm>
            <a:off x="5081767" y="5806440"/>
            <a:ext cx="316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 × $4.500 = $11.250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0039" y="2834640"/>
            <a:ext cx="406400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26" name="Text 24"/>
          <p:cNvSpPr/>
          <p:nvPr/>
        </p:nvSpPr>
        <p:spPr>
          <a:xfrm>
            <a:off x="595111" y="2926080"/>
            <a:ext cx="373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D9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¿Cuánto vale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4D9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hora?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95111" y="3611880"/>
            <a:ext cx="373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Pienso </a:t>
            </a:r>
            <a:r>
              <a:rPr lang="en-US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cuánto</a:t>
            </a: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me pagarían por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hora </a:t>
            </a:r>
            <a:r>
              <a:rPr lang="en-US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cualquier</a:t>
            </a: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trabajo</a:t>
            </a: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 Ese 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mínimo.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00039" y="4937760"/>
            <a:ext cx="4064000" cy="1645920"/>
          </a:xfrm>
          <a:prstGeom prst="rect">
            <a:avLst/>
          </a:prstGeom>
          <a:solidFill>
            <a:srgbClr val="4D96FF">
              <a:alpha val="85000"/>
            </a:srgbClr>
          </a:solidFill>
          <a:ln w="12700">
            <a:solidFill>
              <a:srgbClr val="4D96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29" name="Text 27"/>
          <p:cNvSpPr/>
          <p:nvPr/>
        </p:nvSpPr>
        <p:spPr>
          <a:xfrm>
            <a:off x="595111" y="5029200"/>
            <a:ext cx="373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9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D9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amigurumi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95111" y="5596128"/>
            <a:ext cx="373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horas de tejido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$3.500/hr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$21.000 solo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mano de obra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0039" y="6812280"/>
            <a:ext cx="8046720" cy="1051560"/>
          </a:xfrm>
          <a:prstGeom prst="rect">
            <a:avLst/>
          </a:prstGeom>
          <a:solidFill>
            <a:srgbClr val="FFD93D">
              <a:alpha val="90000"/>
            </a:srgbClr>
          </a:solidFill>
          <a:ln w="12700">
            <a:solidFill>
              <a:srgbClr val="FFD93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32" name="Text 30"/>
          <p:cNvSpPr/>
          <p:nvPr/>
        </p:nvSpPr>
        <p:spPr>
          <a:xfrm>
            <a:off x="643879" y="6903720"/>
            <a:ext cx="755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Si no me pago, igual estoy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trabajando — solo que gratis.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41422"/>
          </a:solidFill>
          <a:ln w="12700">
            <a:solidFill>
              <a:srgbClr val="1414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68960" y="256032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68960" y="256032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44320" y="201168"/>
            <a:ext cx="97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8960" y="685800"/>
            <a:ext cx="796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A04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Creatividad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8960" y="1389888"/>
            <a:ext cx="796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diseño y mi ingenio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también se cobran. Siempre.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7680" y="2194560"/>
            <a:ext cx="8046720" cy="1298448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2800"/>
          </a:p>
        </p:txBody>
      </p:sp>
      <p:sp>
        <p:nvSpPr>
          <p:cNvPr id="9" name="Text 7"/>
          <p:cNvSpPr/>
          <p:nvPr/>
        </p:nvSpPr>
        <p:spPr>
          <a:xfrm>
            <a:off x="650240" y="2468880"/>
            <a:ext cx="105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😊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820672" y="2304288"/>
            <a:ext cx="357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Fácil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20672" y="2697480"/>
            <a:ext cx="357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estándar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adaptaciones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014720" y="2542032"/>
            <a:ext cx="1950720" cy="530352"/>
          </a:xfrm>
          <a:prstGeom prst="roundRect">
            <a:avLst>
              <a:gd name="adj" fmla="val 17241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 sz="3200">
              <a:solidFill>
                <a:srgbClr val="7030A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14720" y="2542032"/>
            <a:ext cx="195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+5%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3657600"/>
            <a:ext cx="8046720" cy="1298448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2800"/>
          </a:p>
        </p:txBody>
      </p:sp>
      <p:sp>
        <p:nvSpPr>
          <p:cNvPr id="15" name="Text 13"/>
          <p:cNvSpPr/>
          <p:nvPr/>
        </p:nvSpPr>
        <p:spPr>
          <a:xfrm>
            <a:off x="650240" y="3931920"/>
            <a:ext cx="105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🤔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820672" y="3767328"/>
            <a:ext cx="357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Moderado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820672" y="4160520"/>
            <a:ext cx="357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Requiere decisiones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color y forma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014720" y="4005072"/>
            <a:ext cx="1950720" cy="530352"/>
          </a:xfrm>
          <a:prstGeom prst="roundRect">
            <a:avLst>
              <a:gd name="adj" fmla="val 17241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 sz="3200">
              <a:solidFill>
                <a:srgbClr val="7030A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14720" y="4005072"/>
            <a:ext cx="195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+15%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5120640"/>
            <a:ext cx="8046720" cy="12984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2800"/>
          </a:p>
        </p:txBody>
      </p:sp>
      <p:sp>
        <p:nvSpPr>
          <p:cNvPr id="21" name="Text 19"/>
          <p:cNvSpPr/>
          <p:nvPr/>
        </p:nvSpPr>
        <p:spPr>
          <a:xfrm>
            <a:off x="650240" y="5394960"/>
            <a:ext cx="105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😤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1820672" y="5230368"/>
            <a:ext cx="357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Intenso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820672" y="5623560"/>
            <a:ext cx="357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 complejo,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requiere concentración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014720" y="5468112"/>
            <a:ext cx="1950720" cy="530352"/>
          </a:xfrm>
          <a:prstGeom prst="roundRect">
            <a:avLst>
              <a:gd name="adj" fmla="val 17241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 sz="3200">
              <a:solidFill>
                <a:srgbClr val="7030A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14720" y="5468112"/>
            <a:ext cx="195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+25%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6583680"/>
            <a:ext cx="8046720" cy="1298448"/>
          </a:xfrm>
          <a:prstGeom prst="rect">
            <a:avLst/>
          </a:prstGeom>
          <a:solidFill>
            <a:srgbClr val="A044D4"/>
          </a:solidFill>
          <a:ln w="12700">
            <a:solidFill>
              <a:srgbClr val="A04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2800"/>
          </a:p>
        </p:txBody>
      </p:sp>
      <p:sp>
        <p:nvSpPr>
          <p:cNvPr id="27" name="Text 25"/>
          <p:cNvSpPr/>
          <p:nvPr/>
        </p:nvSpPr>
        <p:spPr>
          <a:xfrm>
            <a:off x="650240" y="6858000"/>
            <a:ext cx="105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👑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1820672" y="6693408"/>
            <a:ext cx="357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Obra de Autor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820672" y="7086600"/>
            <a:ext cx="357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único,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irrepetible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014720" y="6931152"/>
            <a:ext cx="1950720" cy="530352"/>
          </a:xfrm>
          <a:prstGeom prst="roundRect">
            <a:avLst>
              <a:gd name="adj" fmla="val 17241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 sz="3200">
              <a:solidFill>
                <a:srgbClr val="7030A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14720" y="6931152"/>
            <a:ext cx="195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+40%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625600" y="6400800"/>
            <a:ext cx="4876800" cy="2743200"/>
          </a:xfrm>
          <a:prstGeom prst="ellipse">
            <a:avLst/>
          </a:prstGeom>
          <a:solidFill>
            <a:srgbClr val="6BCB77">
              <a:alpha val="20000"/>
            </a:srgbClr>
          </a:solidFill>
          <a:ln w="12700">
            <a:solidFill>
              <a:srgbClr val="6BCB7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68960" y="256032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68960" y="256032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2E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44320" y="201168"/>
            <a:ext cx="97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8960" y="685800"/>
            <a:ext cx="796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6BCB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Costos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6BCB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Estructurales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68960" y="1833372"/>
            <a:ext cx="796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 los gastos que pago aunque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produzca nada ese mes.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60564" y="2761488"/>
            <a:ext cx="3576320" cy="3474720"/>
          </a:xfrm>
          <a:prstGeom prst="roundRect">
            <a:avLst>
              <a:gd name="adj" fmla="val 10000"/>
            </a:avLst>
          </a:prstGeom>
          <a:solidFill>
            <a:srgbClr val="1E1E2E"/>
          </a:solidFill>
          <a:ln w="25400">
            <a:solidFill>
              <a:srgbClr val="4444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5255636" y="3054096"/>
            <a:ext cx="3186176" cy="2971800"/>
          </a:xfrm>
          <a:prstGeom prst="rect">
            <a:avLst/>
          </a:prstGeom>
          <a:solidFill>
            <a:srgbClr val="FFF6E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11" name="Shape 9"/>
          <p:cNvSpPr/>
          <p:nvPr/>
        </p:nvSpPr>
        <p:spPr>
          <a:xfrm>
            <a:off x="5255636" y="3054096"/>
            <a:ext cx="3186176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12" name="Shape 10"/>
          <p:cNvSpPr/>
          <p:nvPr/>
        </p:nvSpPr>
        <p:spPr>
          <a:xfrm>
            <a:off x="6491092" y="2807208"/>
            <a:ext cx="715264" cy="128016"/>
          </a:xfrm>
          <a:prstGeom prst="roundRect">
            <a:avLst>
              <a:gd name="adj" fmla="val 35714"/>
            </a:avLst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13" name="Text 11"/>
          <p:cNvSpPr/>
          <p:nvPr/>
        </p:nvSpPr>
        <p:spPr>
          <a:xfrm>
            <a:off x="5255636" y="3054096"/>
            <a:ext cx="3186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Costos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88148" y="3566160"/>
            <a:ext cx="3121152" cy="502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15" name="Text 13"/>
          <p:cNvSpPr/>
          <p:nvPr/>
        </p:nvSpPr>
        <p:spPr>
          <a:xfrm>
            <a:off x="5385684" y="3611880"/>
            <a:ext cx="178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Arriendo taller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85684" y="3813048"/>
            <a:ext cx="211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$35.000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88148" y="4169664"/>
            <a:ext cx="3121152" cy="502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18" name="Text 16"/>
          <p:cNvSpPr/>
          <p:nvPr/>
        </p:nvSpPr>
        <p:spPr>
          <a:xfrm>
            <a:off x="5385684" y="4215384"/>
            <a:ext cx="178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Instagram Ads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85684" y="4416552"/>
            <a:ext cx="211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$15.000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88148" y="4773168"/>
            <a:ext cx="3121152" cy="502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21" name="Text 19"/>
          <p:cNvSpPr/>
          <p:nvPr/>
        </p:nvSpPr>
        <p:spPr>
          <a:xfrm>
            <a:off x="5385684" y="4818888"/>
            <a:ext cx="178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85684" y="5020056"/>
            <a:ext cx="211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$8.000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88148" y="5376672"/>
            <a:ext cx="3121152" cy="502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24" name="Text 22"/>
          <p:cNvSpPr/>
          <p:nvPr/>
        </p:nvSpPr>
        <p:spPr>
          <a:xfrm>
            <a:off x="5385684" y="5422392"/>
            <a:ext cx="178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 tienda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85684" y="5623560"/>
            <a:ext cx="211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$9.000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88148" y="5824728"/>
            <a:ext cx="3121152" cy="201168"/>
          </a:xfrm>
          <a:prstGeom prst="rect">
            <a:avLst/>
          </a:prstGeom>
          <a:solidFill>
            <a:srgbClr val="6BCB77">
              <a:alpha val="95000"/>
            </a:srgbClr>
          </a:solidFill>
          <a:ln w="12700">
            <a:solidFill>
              <a:srgbClr val="6BCB77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27" name="Text 25"/>
          <p:cNvSpPr/>
          <p:nvPr/>
        </p:nvSpPr>
        <p:spPr>
          <a:xfrm>
            <a:off x="5288148" y="5824728"/>
            <a:ext cx="3121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÷ 20 unidades/mes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8884" y="2761488"/>
            <a:ext cx="4145280" cy="21945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29" name="Text 27"/>
          <p:cNvSpPr/>
          <p:nvPr/>
        </p:nvSpPr>
        <p:spPr>
          <a:xfrm>
            <a:off x="703956" y="2852928"/>
            <a:ext cx="382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CB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lo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6BCB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distribuyo?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03956" y="3538728"/>
            <a:ext cx="373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Sumo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todos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mis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gastos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fijos del mes.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divido entre la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cantidad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piezas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produzco.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8884" y="5230368"/>
            <a:ext cx="8046720" cy="1115568"/>
          </a:xfrm>
          <a:prstGeom prst="rect">
            <a:avLst/>
          </a:prstGeom>
          <a:solidFill>
            <a:srgbClr val="6BCB77">
              <a:alpha val="90000"/>
            </a:srgbClr>
          </a:solidFill>
          <a:ln w="12700">
            <a:solidFill>
              <a:srgbClr val="6BCB7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32" name="Text 30"/>
          <p:cNvSpPr/>
          <p:nvPr/>
        </p:nvSpPr>
        <p:spPr>
          <a:xfrm>
            <a:off x="703956" y="5321808"/>
            <a:ext cx="7672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$67.000 en gastos ÷ 20 piezas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$3.350 por pieza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90164" y="6537960"/>
            <a:ext cx="796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Esos $3.350 van en cada precio.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Aunque no los veas, son reales.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561716" y="7452360"/>
            <a:ext cx="1918208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BCB7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 sz="4800"/>
          </a:p>
        </p:txBody>
      </p:sp>
      <p:sp>
        <p:nvSpPr>
          <p:cNvPr id="35" name="Text 33"/>
          <p:cNvSpPr/>
          <p:nvPr/>
        </p:nvSpPr>
        <p:spPr>
          <a:xfrm>
            <a:off x="561716" y="7452360"/>
            <a:ext cx="19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Web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2609972" y="7452360"/>
            <a:ext cx="1918208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BCB7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 sz="4800"/>
          </a:p>
        </p:txBody>
      </p:sp>
      <p:sp>
        <p:nvSpPr>
          <p:cNvPr id="37" name="Text 35"/>
          <p:cNvSpPr/>
          <p:nvPr/>
        </p:nvSpPr>
        <p:spPr>
          <a:xfrm>
            <a:off x="2609972" y="7452360"/>
            <a:ext cx="19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🚚 Envíos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4658228" y="7452360"/>
            <a:ext cx="1918208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BCB7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 sz="4800"/>
          </a:p>
        </p:txBody>
      </p:sp>
      <p:sp>
        <p:nvSpPr>
          <p:cNvPr id="39" name="Text 37"/>
          <p:cNvSpPr/>
          <p:nvPr/>
        </p:nvSpPr>
        <p:spPr>
          <a:xfrm>
            <a:off x="4658228" y="7452360"/>
            <a:ext cx="19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Embalaje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6706484" y="7452360"/>
            <a:ext cx="1918208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BCB7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 sz="4800"/>
          </a:p>
        </p:txBody>
      </p:sp>
      <p:sp>
        <p:nvSpPr>
          <p:cNvPr id="41" name="Text 39"/>
          <p:cNvSpPr/>
          <p:nvPr/>
        </p:nvSpPr>
        <p:spPr>
          <a:xfrm>
            <a:off x="6706484" y="7452360"/>
            <a:ext cx="19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Luz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41422"/>
          </a:solidFill>
          <a:ln w="12700">
            <a:solidFill>
              <a:srgbClr val="1414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68960" y="256032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68960" y="256032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5000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8960" y="685800"/>
            <a:ext cx="796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mínimo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precio ideal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68960" y="1851660"/>
            <a:ext cx="796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Calculo el mínimo y luego elijo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margen según mis objetivos.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87680" y="2569464"/>
            <a:ext cx="8046720" cy="841248"/>
          </a:xfrm>
          <a:prstGeom prst="rect">
            <a:avLst/>
          </a:prstGeom>
          <a:solidFill>
            <a:srgbClr val="FF6B6B">
              <a:alpha val="90000"/>
            </a:srgbClr>
          </a:solidFill>
          <a:ln w="12700">
            <a:solidFill>
              <a:srgbClr val="FF6B6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CL" sz="400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12800" y="2606040"/>
            <a:ext cx="406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 Precio Mínimo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12800" y="2953512"/>
            <a:ext cx="747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Materiales + Tiempo + Creatividad + Costos Fijos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68960" y="3456432"/>
            <a:ext cx="796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Márgenes de ganancia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87680" y="393192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4000"/>
          </a:p>
        </p:txBody>
      </p:sp>
      <p:sp>
        <p:nvSpPr>
          <p:cNvPr id="12" name="Shape 10"/>
          <p:cNvSpPr/>
          <p:nvPr/>
        </p:nvSpPr>
        <p:spPr>
          <a:xfrm>
            <a:off x="487680" y="3931920"/>
            <a:ext cx="1625600" cy="91440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13" name="Text 11"/>
          <p:cNvSpPr/>
          <p:nvPr/>
        </p:nvSpPr>
        <p:spPr>
          <a:xfrm>
            <a:off x="487680" y="3931920"/>
            <a:ext cx="162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308352" y="4023360"/>
            <a:ext cx="593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Empezando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308352" y="4389120"/>
            <a:ext cx="593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cubrir imprevistos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87680" y="498348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4000"/>
          </a:p>
        </p:txBody>
      </p:sp>
      <p:sp>
        <p:nvSpPr>
          <p:cNvPr id="17" name="Shape 15"/>
          <p:cNvSpPr/>
          <p:nvPr/>
        </p:nvSpPr>
        <p:spPr>
          <a:xfrm>
            <a:off x="487680" y="4983480"/>
            <a:ext cx="1625600" cy="91440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18" name="Text 16"/>
          <p:cNvSpPr/>
          <p:nvPr/>
        </p:nvSpPr>
        <p:spPr>
          <a:xfrm>
            <a:off x="487680" y="4983480"/>
            <a:ext cx="162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308352" y="5074920"/>
            <a:ext cx="593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Creciendo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308352" y="5440680"/>
            <a:ext cx="593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mínimo sostenible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87680" y="603504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4000"/>
          </a:p>
        </p:txBody>
      </p:sp>
      <p:sp>
        <p:nvSpPr>
          <p:cNvPr id="22" name="Shape 20"/>
          <p:cNvSpPr/>
          <p:nvPr/>
        </p:nvSpPr>
        <p:spPr>
          <a:xfrm>
            <a:off x="487680" y="6035040"/>
            <a:ext cx="1625600" cy="9144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23" name="Text 21"/>
          <p:cNvSpPr/>
          <p:nvPr/>
        </p:nvSpPr>
        <p:spPr>
          <a:xfrm>
            <a:off x="487680" y="6035040"/>
            <a:ext cx="162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308352" y="6126480"/>
            <a:ext cx="593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Consolidada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308352" y="6492240"/>
            <a:ext cx="593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Puedo reinvertir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87680" y="708660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4000"/>
          </a:p>
        </p:txBody>
      </p:sp>
      <p:sp>
        <p:nvSpPr>
          <p:cNvPr id="27" name="Shape 25"/>
          <p:cNvSpPr/>
          <p:nvPr/>
        </p:nvSpPr>
        <p:spPr>
          <a:xfrm>
            <a:off x="487680" y="7086600"/>
            <a:ext cx="1625600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3600"/>
          </a:p>
        </p:txBody>
      </p:sp>
      <p:sp>
        <p:nvSpPr>
          <p:cNvPr id="28" name="Text 26"/>
          <p:cNvSpPr/>
          <p:nvPr/>
        </p:nvSpPr>
        <p:spPr>
          <a:xfrm>
            <a:off x="487680" y="7086600"/>
            <a:ext cx="162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2308352" y="7178040"/>
            <a:ext cx="593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Emprendimiento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2308352" y="7543800"/>
            <a:ext cx="593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Negocio real, no hobby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00480" y="-731520"/>
            <a:ext cx="4876800" cy="2743200"/>
          </a:xfrm>
          <a:prstGeom prst="ellipse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689600" y="6858000"/>
            <a:ext cx="4876800" cy="2743200"/>
          </a:xfrm>
          <a:prstGeom prst="ellipse">
            <a:avLst/>
          </a:prstGeom>
          <a:solidFill>
            <a:srgbClr val="C77DFF">
              <a:alpha val="25000"/>
            </a:srgbClr>
          </a:solidFill>
          <a:ln w="12700">
            <a:solidFill>
              <a:srgbClr val="C77D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68960" y="320040"/>
            <a:ext cx="812800" cy="292608"/>
          </a:xfrm>
          <a:prstGeom prst="roundRect">
            <a:avLst>
              <a:gd name="adj" fmla="val 25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68960" y="320040"/>
            <a:ext cx="81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5000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8960" y="749808"/>
            <a:ext cx="7965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Resultado: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</a:t>
            </a:r>
            <a:r>
              <a:rPr lang="en-US" sz="4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</a:t>
            </a: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 </a:t>
            </a:r>
            <a:r>
              <a:rPr lang="en-US" sz="4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confianza</a:t>
            </a: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✨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975360" y="2880360"/>
            <a:ext cx="7152640" cy="530352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25400">
            <a:solidFill>
              <a:srgbClr val="4444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sz="3200"/>
          </a:p>
        </p:txBody>
      </p:sp>
      <p:sp>
        <p:nvSpPr>
          <p:cNvPr id="8" name="Shape 6"/>
          <p:cNvSpPr/>
          <p:nvPr/>
        </p:nvSpPr>
        <p:spPr>
          <a:xfrm>
            <a:off x="1170432" y="3172968"/>
            <a:ext cx="6762496" cy="4800600"/>
          </a:xfrm>
          <a:prstGeom prst="rect">
            <a:avLst/>
          </a:prstGeom>
          <a:solidFill>
            <a:srgbClr val="FFF6EF"/>
          </a:solidFill>
          <a:ln w="12700">
            <a:solidFill>
              <a:srgbClr val="EDE5F5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9" name="Shape 7"/>
          <p:cNvSpPr/>
          <p:nvPr/>
        </p:nvSpPr>
        <p:spPr>
          <a:xfrm>
            <a:off x="1170432" y="3172968"/>
            <a:ext cx="6762496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0" name="Shape 8"/>
          <p:cNvSpPr/>
          <p:nvPr/>
        </p:nvSpPr>
        <p:spPr>
          <a:xfrm>
            <a:off x="4194048" y="2926080"/>
            <a:ext cx="715264" cy="128016"/>
          </a:xfrm>
          <a:prstGeom prst="roundRect">
            <a:avLst>
              <a:gd name="adj" fmla="val 35714"/>
            </a:avLst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1" name="Text 9"/>
          <p:cNvSpPr/>
          <p:nvPr/>
        </p:nvSpPr>
        <p:spPr>
          <a:xfrm>
            <a:off x="1170432" y="3172968"/>
            <a:ext cx="676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precio</a:t>
            </a:r>
            <a:r>
              <a:rPr lang="en-US" sz="1200" b="1" dirty="0">
                <a:solidFill>
                  <a:srgbClr val="C77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</a:t>
            </a:r>
            <a:r>
              <a:rPr lang="en-US" sz="12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Resultado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32992" y="3685032"/>
            <a:ext cx="6437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🧼 </a:t>
            </a:r>
            <a:r>
              <a:rPr lang="en-US" sz="2000" b="1" dirty="0" err="1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Pequeña</a:t>
            </a:r>
            <a:r>
              <a:rPr lang="en-US" sz="20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000" b="1" dirty="0" err="1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obra</a:t>
            </a:r>
            <a:r>
              <a:rPr lang="en-US" sz="20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000" b="1" dirty="0" err="1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maestra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67968" y="4114800"/>
            <a:ext cx="3088640" cy="1417320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4" name="Text 12"/>
          <p:cNvSpPr/>
          <p:nvPr/>
        </p:nvSpPr>
        <p:spPr>
          <a:xfrm>
            <a:off x="1332992" y="4178808"/>
            <a:ext cx="300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Mínimo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2992" y="4507992"/>
            <a:ext cx="300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$18.200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32992" y="4910328"/>
            <a:ext cx="300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IVA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2992" y="5166360"/>
            <a:ext cx="300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$21.658 c/IVA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6704" y="4114800"/>
            <a:ext cx="3088640" cy="1417320"/>
          </a:xfrm>
          <a:prstGeom prst="rect">
            <a:avLst/>
          </a:prstGeom>
          <a:solidFill>
            <a:srgbClr val="F2E3FF"/>
          </a:solidFill>
          <a:ln w="12700">
            <a:solidFill>
              <a:srgbClr val="F2E3FF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9" name="Text 17"/>
          <p:cNvSpPr/>
          <p:nvPr/>
        </p:nvSpPr>
        <p:spPr>
          <a:xfrm>
            <a:off x="4697984" y="4178808"/>
            <a:ext cx="300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4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✨ Ideal (50%)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97984" y="4507992"/>
            <a:ext cx="300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04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$27.300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97984" y="4910328"/>
            <a:ext cx="300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IVA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97984" y="5166360"/>
            <a:ext cx="300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4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$32.487 c/IVA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32992" y="5623560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Composición del precio ideal: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32992" y="5971032"/>
            <a:ext cx="1414272" cy="2926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25" name="Shape 23"/>
          <p:cNvSpPr/>
          <p:nvPr/>
        </p:nvSpPr>
        <p:spPr>
          <a:xfrm>
            <a:off x="2747264" y="5971032"/>
            <a:ext cx="2357120" cy="292608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26" name="Shape 24"/>
          <p:cNvSpPr/>
          <p:nvPr/>
        </p:nvSpPr>
        <p:spPr>
          <a:xfrm>
            <a:off x="5104384" y="5971032"/>
            <a:ext cx="455168" cy="29260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27" name="Shape 25"/>
          <p:cNvSpPr/>
          <p:nvPr/>
        </p:nvSpPr>
        <p:spPr>
          <a:xfrm>
            <a:off x="5559552" y="5971032"/>
            <a:ext cx="731520" cy="292608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28" name="Shape 26"/>
          <p:cNvSpPr/>
          <p:nvPr/>
        </p:nvSpPr>
        <p:spPr>
          <a:xfrm>
            <a:off x="6291072" y="5971032"/>
            <a:ext cx="894080" cy="29260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29" name="Shape 27"/>
          <p:cNvSpPr/>
          <p:nvPr/>
        </p:nvSpPr>
        <p:spPr>
          <a:xfrm>
            <a:off x="1332992" y="6455664"/>
            <a:ext cx="243840" cy="137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30" name="Text 28"/>
          <p:cNvSpPr/>
          <p:nvPr/>
        </p:nvSpPr>
        <p:spPr>
          <a:xfrm>
            <a:off x="1658112" y="6400800"/>
            <a:ext cx="178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Materiales 24%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8784" y="6455664"/>
            <a:ext cx="243840" cy="13716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32" name="Text 30"/>
          <p:cNvSpPr/>
          <p:nvPr/>
        </p:nvSpPr>
        <p:spPr>
          <a:xfrm>
            <a:off x="3803904" y="6400800"/>
            <a:ext cx="178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Tiempo 41%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24576" y="6455664"/>
            <a:ext cx="243840" cy="13716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34" name="Text 32"/>
          <p:cNvSpPr/>
          <p:nvPr/>
        </p:nvSpPr>
        <p:spPr>
          <a:xfrm>
            <a:off x="5949696" y="6400800"/>
            <a:ext cx="178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Creatividad 7%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332992" y="6748272"/>
            <a:ext cx="243840" cy="13716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36" name="Text 34"/>
          <p:cNvSpPr/>
          <p:nvPr/>
        </p:nvSpPr>
        <p:spPr>
          <a:xfrm>
            <a:off x="1658112" y="6693408"/>
            <a:ext cx="178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Fijos 12%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78784" y="6748272"/>
            <a:ext cx="243840" cy="13716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38" name="Text 36"/>
          <p:cNvSpPr/>
          <p:nvPr/>
        </p:nvSpPr>
        <p:spPr>
          <a:xfrm>
            <a:off x="3803904" y="6693408"/>
            <a:ext cx="178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Ganancia 15%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332992" y="7251192"/>
            <a:ext cx="6437376" cy="4572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40" name="Text 38"/>
          <p:cNvSpPr/>
          <p:nvPr/>
        </p:nvSpPr>
        <p:spPr>
          <a:xfrm>
            <a:off x="1332992" y="7251192"/>
            <a:ext cx="6437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Guardar producto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solidFill>
            <a:srgbClr val="141422"/>
          </a:solidFill>
          <a:ln w="12700">
            <a:solidFill>
              <a:srgbClr val="1414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0" y="8549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viviloaiza.cl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044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25600" y="-914400"/>
            <a:ext cx="6502400" cy="3657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876800" y="6858000"/>
            <a:ext cx="5689600" cy="3200400"/>
          </a:xfrm>
          <a:prstGeom prst="ellipse">
            <a:avLst/>
          </a:prstGeom>
          <a:solidFill>
            <a:srgbClr val="FFD93D">
              <a:alpha val="35000"/>
            </a:srgbClr>
          </a:solidFill>
          <a:ln w="12700">
            <a:solidFill>
              <a:srgbClr val="FFD93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689600" y="3200400"/>
            <a:ext cx="4064000" cy="228600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20320" y="646938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0" dirty="0">
                <a:solidFill>
                  <a:srgbClr val="000000"/>
                </a:solidFill>
              </a:rPr>
              <a:t>🎯</a:t>
            </a:r>
            <a:endParaRPr lang="en-US" sz="13800" dirty="0"/>
          </a:p>
        </p:txBody>
      </p:sp>
      <p:sp>
        <p:nvSpPr>
          <p:cNvPr id="6" name="Text 4"/>
          <p:cNvSpPr/>
          <p:nvPr/>
        </p:nvSpPr>
        <p:spPr>
          <a:xfrm>
            <a:off x="568960" y="2103120"/>
            <a:ext cx="796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Ahora hazlo tú.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50240" y="3090672"/>
            <a:ext cx="7802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pasos. 5 minutos.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Precios que puedo cobrar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orgullo.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89280" y="4434840"/>
            <a:ext cx="186944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9" name="Text 7"/>
          <p:cNvSpPr/>
          <p:nvPr/>
        </p:nvSpPr>
        <p:spPr>
          <a:xfrm>
            <a:off x="589280" y="4480560"/>
            <a:ext cx="186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🧺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89280" y="4983480"/>
            <a:ext cx="186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Materiales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21280" y="4434840"/>
            <a:ext cx="186944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2" name="Text 10"/>
          <p:cNvSpPr/>
          <p:nvPr/>
        </p:nvSpPr>
        <p:spPr>
          <a:xfrm>
            <a:off x="2621280" y="4480560"/>
            <a:ext cx="186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⏰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21280" y="4983480"/>
            <a:ext cx="186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Tiempo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53280" y="4434840"/>
            <a:ext cx="186944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5" name="Text 13"/>
          <p:cNvSpPr/>
          <p:nvPr/>
        </p:nvSpPr>
        <p:spPr>
          <a:xfrm>
            <a:off x="4653280" y="4480560"/>
            <a:ext cx="186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53280" y="4983480"/>
            <a:ext cx="186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Creatividad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685280" y="4434840"/>
            <a:ext cx="186944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CL" sz="3200"/>
          </a:p>
        </p:txBody>
      </p:sp>
      <p:sp>
        <p:nvSpPr>
          <p:cNvPr id="18" name="Text 16"/>
          <p:cNvSpPr/>
          <p:nvPr/>
        </p:nvSpPr>
        <p:spPr>
          <a:xfrm>
            <a:off x="6685280" y="4480560"/>
            <a:ext cx="186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🏠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685280" y="4983480"/>
            <a:ext cx="186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Costos Fijos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0240" y="5687568"/>
            <a:ext cx="7802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app es gratuita y funciona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tu celular, sin descargas.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300480" y="7210044"/>
            <a:ext cx="6583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1300480" y="7210044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04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www.viviloaiza.cl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280" y="66979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👇 Descárgala gratis aquí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0" y="8366760"/>
            <a:ext cx="9144000" cy="777240"/>
          </a:xfrm>
          <a:prstGeom prst="rect">
            <a:avLst/>
          </a:prstGeom>
          <a:solidFill>
            <a:srgbClr val="1E1E2E">
              <a:alpha val="80000"/>
            </a:srgbClr>
          </a:solidFill>
          <a:ln w="12700">
            <a:solidFill>
              <a:srgbClr val="1E1E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25" name="Text 23"/>
          <p:cNvSpPr/>
          <p:nvPr/>
        </p:nvSpPr>
        <p:spPr>
          <a:xfrm>
            <a:off x="0" y="83667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</a:t>
            </a:r>
            <a:r>
              <a:rPr lang="en-US" sz="1600" b="1" dirty="0">
                <a:solidFill>
                  <a:srgbClr val="FFD9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</a:t>
            </a:r>
            <a:r>
              <a:rPr lang="en-US" sz="1600" dirty="0">
                <a:solidFill>
                  <a:srgbClr val="9A8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✨ por viviLoaiza.cl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599</Words>
  <Application>Microsoft Office PowerPoint</Application>
  <PresentationFormat>Personalizado</PresentationFormat>
  <Paragraphs>191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Georgia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calcular el precio justo de mis creaciones</dc:title>
  <dc:subject>PptxGenJS Presentation</dc:subject>
  <dc:creator>PptxGenJS</dc:creator>
  <cp:lastModifiedBy>Pablo Rojas</cp:lastModifiedBy>
  <cp:revision>3</cp:revision>
  <dcterms:created xsi:type="dcterms:W3CDTF">2026-03-08T13:51:24Z</dcterms:created>
  <dcterms:modified xsi:type="dcterms:W3CDTF">2026-03-08T18:49:17Z</dcterms:modified>
</cp:coreProperties>
</file>