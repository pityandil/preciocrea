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699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041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0"/>
          </a:xfrm>
          <a:prstGeom prst="rect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950720" y="-1097280"/>
            <a:ext cx="6502400" cy="3657600"/>
          </a:xfrm>
          <a:prstGeom prst="ellipse">
            <a:avLst/>
          </a:prstGeom>
          <a:solidFill>
            <a:srgbClr val="C77DFF">
              <a:alpha val="40000"/>
            </a:srgbClr>
          </a:solidFill>
          <a:ln w="12700">
            <a:solidFill>
              <a:srgbClr val="C77D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51680" y="9644000"/>
            <a:ext cx="5689600" cy="3200400"/>
          </a:xfrm>
          <a:prstGeom prst="ellipse">
            <a:avLst/>
          </a:prstGeom>
          <a:solidFill>
            <a:srgbClr val="FFD93D">
              <a:alpha val="30000"/>
            </a:srgbClr>
          </a:solidFill>
          <a:ln w="12700">
            <a:solidFill>
              <a:srgbClr val="FFD93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926080" y="914400"/>
            <a:ext cx="3251200" cy="347472"/>
          </a:xfrm>
          <a:prstGeom prst="roundRect">
            <a:avLst>
              <a:gd name="adj" fmla="val 26316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926080" y="914400"/>
            <a:ext cx="325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5000"/>
                </a:solidFill>
              </a:rPr>
              <a:t>para emprendedoras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0240" y="1417320"/>
            <a:ext cx="780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</a:t>
            </a:r>
            <a:r>
              <a:rPr lang="en-US" sz="4000" b="1" dirty="0">
                <a:solidFill>
                  <a:srgbClr val="FFD9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</a:t>
            </a:r>
            <a:r>
              <a:rPr lang="en-US" sz="4000" dirty="0">
                <a:solidFill>
                  <a:srgbClr val="FFD9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✨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413760" y="2468880"/>
            <a:ext cx="227584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50240" y="2651760"/>
            <a:ext cx="7802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Cobra lo que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realmente mereces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2800" y="4251960"/>
            <a:ext cx="747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Descubrí por qué poner precio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mi trabajo era tan difícil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y cómo cambió todo.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7680" y="658368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1788160" y="6583680"/>
            <a:ext cx="502920" cy="50292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088640" y="6583680"/>
            <a:ext cx="502920" cy="50292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68960" y="256032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68960" y="256032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8960" y="658368"/>
            <a:ext cx="796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¿Te ha pasado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8960" y="1737360"/>
            <a:ext cx="79654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68960" y="1737360"/>
            <a:ext cx="130048" cy="1920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12800" y="1965960"/>
            <a:ext cx="130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😞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94560" y="1920240"/>
            <a:ext cx="601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Tardé 8 horas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un producto y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vendí en $3.000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68960" y="3886200"/>
            <a:ext cx="79654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568960" y="3886200"/>
            <a:ext cx="130048" cy="1920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812800" y="4114800"/>
            <a:ext cx="130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94560" y="4069080"/>
            <a:ext cx="601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bajé el precio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miedo a que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me lo compraran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68960" y="6035040"/>
            <a:ext cx="79654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3600"/>
          </a:p>
        </p:txBody>
      </p:sp>
      <p:sp>
        <p:nvSpPr>
          <p:cNvPr id="15" name="Shape 13"/>
          <p:cNvSpPr/>
          <p:nvPr/>
        </p:nvSpPr>
        <p:spPr>
          <a:xfrm>
            <a:off x="568960" y="6035040"/>
            <a:ext cx="130048" cy="1920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12800" y="6263640"/>
            <a:ext cx="130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😔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194560" y="6217920"/>
            <a:ext cx="601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familia me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pide descuento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'porque soy yo'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0" y="-914400"/>
            <a:ext cx="5689600" cy="3200400"/>
          </a:xfrm>
          <a:prstGeom prst="ellipse">
            <a:avLst/>
          </a:prstGeom>
          <a:solidFill>
            <a:srgbClr val="C77DFF">
              <a:alpha val="25000"/>
            </a:srgbClr>
          </a:solidFill>
          <a:ln w="12700">
            <a:solidFill>
              <a:srgbClr val="C77D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625600" y="6400800"/>
            <a:ext cx="4876800" cy="2743200"/>
          </a:xfrm>
          <a:prstGeom prst="ellipse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68960" y="320040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68960" y="320040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8960" y="749808"/>
            <a:ext cx="7965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nos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cuesta tanto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cobrar bien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8960" y="2148840"/>
            <a:ext cx="796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es falta de talento.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es falta de valor.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 lo que nos enseñaron.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68960" y="3200400"/>
            <a:ext cx="796544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77D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9" name="Text 7"/>
          <p:cNvSpPr/>
          <p:nvPr/>
        </p:nvSpPr>
        <p:spPr>
          <a:xfrm>
            <a:off x="812800" y="3337560"/>
            <a:ext cx="97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💜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950720" y="3310128"/>
            <a:ext cx="617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trabajo invisible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50720" y="3675888"/>
            <a:ext cx="617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Nos enseñaron que las labores hechas con amor no se cobran. Eso no es verdad.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68960" y="4800600"/>
            <a:ext cx="796544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77D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3" name="Text 11"/>
          <p:cNvSpPr/>
          <p:nvPr/>
        </p:nvSpPr>
        <p:spPr>
          <a:xfrm>
            <a:off x="812800" y="4937760"/>
            <a:ext cx="97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🪞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950720" y="4910328"/>
            <a:ext cx="617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Síndrome de la impostora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50720" y="5276088"/>
            <a:ext cx="617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"¿Quién soy yo para cobrar esto?" Esa voz miente. Tu arte tiene valor real.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68960" y="6400800"/>
            <a:ext cx="796544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77D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7" name="Text 15"/>
          <p:cNvSpPr/>
          <p:nvPr/>
        </p:nvSpPr>
        <p:spPr>
          <a:xfrm>
            <a:off x="812800" y="6537960"/>
            <a:ext cx="97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😨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950720" y="6510528"/>
            <a:ext cx="617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Miedo al rechazo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50720" y="6876288"/>
            <a:ext cx="617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Bajamos precios como escudo. Pero eso solo atrae al cliente equivocado.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41422"/>
          </a:solidFill>
          <a:ln w="12700">
            <a:solidFill>
              <a:srgbClr val="1414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68960" y="256032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68960" y="256032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8960" y="685800"/>
            <a:ext cx="796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precio bajo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me protege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1874520"/>
            <a:ext cx="9144000" cy="2926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68960" y="1965960"/>
            <a:ext cx="162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68960" y="2606040"/>
            <a:ext cx="7965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Cobrar barato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evita las críticas.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 atrae al cliente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equivocado.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87680" y="5029200"/>
            <a:ext cx="3820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3200"/>
          </a:p>
        </p:txBody>
      </p:sp>
      <p:sp>
        <p:nvSpPr>
          <p:cNvPr id="10" name="Shape 8"/>
          <p:cNvSpPr/>
          <p:nvPr/>
        </p:nvSpPr>
        <p:spPr>
          <a:xfrm>
            <a:off x="487680" y="5029200"/>
            <a:ext cx="3820160" cy="384048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1" name="Text 9"/>
          <p:cNvSpPr/>
          <p:nvPr/>
        </p:nvSpPr>
        <p:spPr>
          <a:xfrm>
            <a:off x="487680" y="5029200"/>
            <a:ext cx="382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Precio bajo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2752" y="5504688"/>
            <a:ext cx="3413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 err="1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</a:t>
            </a:r>
            <a:r>
              <a:rPr lang="en-US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oferta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valora el arte</a:t>
            </a:r>
            <a:endParaRPr lang="en-US" dirty="0"/>
          </a:p>
          <a:p>
            <a:pPr marL="0" indent="0" algn="ctr">
              <a:buNone/>
            </a:pPr>
            <a:r>
              <a:rPr lang="en-US" dirty="0" err="1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Siempre</a:t>
            </a:r>
            <a:r>
              <a:rPr lang="en-US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pide rebaja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vuelve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844288" y="5029200"/>
            <a:ext cx="377139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3200"/>
          </a:p>
        </p:txBody>
      </p:sp>
      <p:sp>
        <p:nvSpPr>
          <p:cNvPr id="14" name="Shape 12"/>
          <p:cNvSpPr/>
          <p:nvPr/>
        </p:nvSpPr>
        <p:spPr>
          <a:xfrm>
            <a:off x="4844288" y="5029200"/>
            <a:ext cx="3771392" cy="384048"/>
          </a:xfrm>
          <a:prstGeom prst="rect">
            <a:avLst/>
          </a:prstGeom>
          <a:solidFill>
            <a:srgbClr val="C77DFF">
              <a:alpha val="90000"/>
            </a:srgbClr>
          </a:solidFill>
          <a:ln w="12700">
            <a:solidFill>
              <a:srgbClr val="C77D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5" name="Text 13"/>
          <p:cNvSpPr/>
          <p:nvPr/>
        </p:nvSpPr>
        <p:spPr>
          <a:xfrm>
            <a:off x="4844288" y="5029200"/>
            <a:ext cx="377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Precio justo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39360" y="5504688"/>
            <a:ext cx="3413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Valora tu arte</a:t>
            </a:r>
            <a:endParaRPr lang="en-US" dirty="0"/>
          </a:p>
          <a:p>
            <a:pPr marL="0" indent="0" algn="ctr">
              <a:buNone/>
            </a:pPr>
            <a:r>
              <a:rPr lang="en-US" dirty="0" err="1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Confía</a:t>
            </a:r>
            <a:r>
              <a:rPr lang="en-US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en tu proceso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Vuelve a comprar</a:t>
            </a:r>
            <a:endParaRPr lang="en-US" dirty="0"/>
          </a:p>
          <a:p>
            <a:pPr marL="0" indent="0" algn="ctr">
              <a:buNone/>
            </a:pPr>
            <a:r>
              <a:rPr lang="en-US" dirty="0" err="1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</a:t>
            </a:r>
            <a:r>
              <a:rPr lang="en-US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recomienda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68960" y="256032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68960" y="256032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5000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8960" y="685800"/>
            <a:ext cx="796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4 pilares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precio justo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8960" y="1719072"/>
            <a:ext cx="796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precio se sostiene sobre estos 4 pilares.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 falta uno, el negocio tambalea.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7680" y="2560320"/>
            <a:ext cx="3657600" cy="2743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7680" y="2788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🧺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8768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7680" y="3977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 lo que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convierte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producto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44288" y="2560320"/>
            <a:ext cx="3657600" cy="2743200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844288" y="2788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4288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Tiempo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4288" y="3977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hora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tiene valor.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Págatela siempre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87680" y="5577840"/>
            <a:ext cx="3657600" cy="27432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87680" y="5806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7680" y="6537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Creatividad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7680" y="6995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diseño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el ingenio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también se cobran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844288" y="5577840"/>
            <a:ext cx="3657600" cy="274320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844288" y="5806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🏠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844288" y="6537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Costos Fijos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44288" y="6995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Web, arriendo,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 reales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00480" y="-731520"/>
            <a:ext cx="4876800" cy="2743200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689600" y="6858000"/>
            <a:ext cx="4876800" cy="2743200"/>
          </a:xfrm>
          <a:prstGeom prst="ellipse">
            <a:avLst/>
          </a:prstGeom>
          <a:solidFill>
            <a:srgbClr val="C77DFF">
              <a:alpha val="20000"/>
            </a:srgbClr>
          </a:solidFill>
          <a:ln w="12700">
            <a:solidFill>
              <a:srgbClr val="C77D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68960" y="320040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68960" y="320040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8960" y="749808"/>
            <a:ext cx="796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 mínimo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Precio ideal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8960" y="1828800"/>
            <a:ext cx="796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Entender esta diferencia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cambió mi negocio.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7680" y="2606040"/>
            <a:ext cx="8046720" cy="25603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9" name="Shape 7"/>
          <p:cNvSpPr/>
          <p:nvPr/>
        </p:nvSpPr>
        <p:spPr>
          <a:xfrm>
            <a:off x="487680" y="2606040"/>
            <a:ext cx="97536" cy="2560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10" name="Text 8"/>
          <p:cNvSpPr/>
          <p:nvPr/>
        </p:nvSpPr>
        <p:spPr>
          <a:xfrm>
            <a:off x="812800" y="2697480"/>
            <a:ext cx="747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PRECIO MÍNIMO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3127248"/>
            <a:ext cx="747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suma de todos mis costos.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 mi suelo — si vendo bajo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este número, estoy perdiendo dinero.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Nunca lo uso como precio de catálogo.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7680" y="5440680"/>
            <a:ext cx="8046720" cy="2697480"/>
          </a:xfrm>
          <a:prstGeom prst="rect">
            <a:avLst/>
          </a:prstGeom>
          <a:solidFill>
            <a:srgbClr val="C77DFF">
              <a:alpha val="90000"/>
            </a:srgbClr>
          </a:solidFill>
          <a:ln w="12700">
            <a:solidFill>
              <a:srgbClr val="C77D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13" name="Shape 11"/>
          <p:cNvSpPr/>
          <p:nvPr/>
        </p:nvSpPr>
        <p:spPr>
          <a:xfrm>
            <a:off x="487680" y="5440680"/>
            <a:ext cx="97536" cy="26974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14" name="Text 12"/>
          <p:cNvSpPr/>
          <p:nvPr/>
        </p:nvSpPr>
        <p:spPr>
          <a:xfrm>
            <a:off x="812800" y="5532120"/>
            <a:ext cx="747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✨ PRECIO IDEAL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2800" y="5961888"/>
            <a:ext cx="747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 mínimo + margen de ganancia.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 margen no es solo mi sueldo —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 lo que permite reinvertir, crecer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tener un fondo de emergencia.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41422"/>
          </a:solidFill>
          <a:ln w="12700">
            <a:solidFill>
              <a:srgbClr val="1414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68960" y="256032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68960" y="256032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8960" y="658368"/>
            <a:ext cx="7965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toda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creadora merece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recordar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87680" y="2029968"/>
            <a:ext cx="8046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7" name="Text 5"/>
          <p:cNvSpPr/>
          <p:nvPr/>
        </p:nvSpPr>
        <p:spPr>
          <a:xfrm>
            <a:off x="731520" y="2157984"/>
            <a:ext cx="89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💜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88160" y="2121408"/>
            <a:ext cx="642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creatividad es un activo, no un regalo.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7680" y="3108960"/>
            <a:ext cx="8046720" cy="960120"/>
          </a:xfrm>
          <a:prstGeom prst="rect">
            <a:avLst/>
          </a:prstGeom>
          <a:solidFill>
            <a:srgbClr val="F2E3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0" name="Text 8"/>
          <p:cNvSpPr/>
          <p:nvPr/>
        </p:nvSpPr>
        <p:spPr>
          <a:xfrm>
            <a:off x="731520" y="3236976"/>
            <a:ext cx="89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788160" y="3200400"/>
            <a:ext cx="642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precio justo filtra a los mejores clientes.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7680" y="4187952"/>
            <a:ext cx="8046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3" name="Text 11"/>
          <p:cNvSpPr/>
          <p:nvPr/>
        </p:nvSpPr>
        <p:spPr>
          <a:xfrm>
            <a:off x="731520" y="4315968"/>
            <a:ext cx="89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🔢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788160" y="4279392"/>
            <a:ext cx="642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números no tienen sentimientos. Confío en ellos.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87680" y="5266944"/>
            <a:ext cx="8046720" cy="960120"/>
          </a:xfrm>
          <a:prstGeom prst="rect">
            <a:avLst/>
          </a:prstGeom>
          <a:solidFill>
            <a:srgbClr val="F2E3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6" name="Text 14"/>
          <p:cNvSpPr/>
          <p:nvPr/>
        </p:nvSpPr>
        <p:spPr>
          <a:xfrm>
            <a:off x="731520" y="5394960"/>
            <a:ext cx="89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788160" y="5358384"/>
            <a:ext cx="642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sueldo es un costo fijo, no un excedente.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7680" y="6345936"/>
            <a:ext cx="8046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9" name="Text 17"/>
          <p:cNvSpPr/>
          <p:nvPr/>
        </p:nvSpPr>
        <p:spPr>
          <a:xfrm>
            <a:off x="731520" y="6473952"/>
            <a:ext cx="89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🌱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788160" y="6437376"/>
            <a:ext cx="642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pequeño paso hoy vale más que el caos de ayer.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7680" y="7424928"/>
            <a:ext cx="8046720" cy="960120"/>
          </a:xfrm>
          <a:prstGeom prst="rect">
            <a:avLst/>
          </a:prstGeom>
          <a:solidFill>
            <a:srgbClr val="F2E3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22" name="Text 20"/>
          <p:cNvSpPr/>
          <p:nvPr/>
        </p:nvSpPr>
        <p:spPr>
          <a:xfrm>
            <a:off x="731520" y="7552944"/>
            <a:ext cx="89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👑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788160" y="7516368"/>
            <a:ext cx="642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Soy la gerente de mi propio talento.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25600" y="-914400"/>
            <a:ext cx="6502400" cy="3657600"/>
          </a:xfrm>
          <a:prstGeom prst="ellipse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3" name="Shape 1"/>
          <p:cNvSpPr/>
          <p:nvPr/>
        </p:nvSpPr>
        <p:spPr>
          <a:xfrm>
            <a:off x="4876800" y="9644000"/>
            <a:ext cx="4876800" cy="2743200"/>
          </a:xfrm>
          <a:prstGeom prst="ellipse">
            <a:avLst/>
          </a:prstGeom>
          <a:solidFill>
            <a:srgbClr val="FFD93D">
              <a:alpha val="25000"/>
            </a:srgbClr>
          </a:solidFill>
          <a:ln w="12700">
            <a:solidFill>
              <a:srgbClr val="FFD93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68960" y="320040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68960" y="320040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5000"/>
                </a:solidFill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8960" y="749808"/>
            <a:ext cx="796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eso creé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 para ti 💛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950720" y="1920240"/>
            <a:ext cx="5201920" cy="4754880"/>
          </a:xfrm>
          <a:prstGeom prst="roundRect">
            <a:avLst>
              <a:gd name="adj" fmla="val 7813"/>
            </a:avLst>
          </a:prstGeom>
          <a:solidFill>
            <a:srgbClr val="FFF6EF"/>
          </a:solidFill>
          <a:ln w="2540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950720" y="1920240"/>
            <a:ext cx="520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</a:t>
            </a:r>
            <a:r>
              <a:rPr lang="en-US" sz="1500" b="1" dirty="0">
                <a:solidFill>
                  <a:srgbClr val="C77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</a:t>
            </a:r>
            <a:r>
              <a:rPr lang="en-US" sz="1500" dirty="0">
                <a:solidFill>
                  <a:srgbClr val="FFD9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243328" y="2670048"/>
            <a:ext cx="4632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2243328" y="2670048"/>
            <a:ext cx="81280" cy="7315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2438400" y="27614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51200" y="2852928"/>
            <a:ext cx="325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43328" y="3566160"/>
            <a:ext cx="4632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2243328" y="3566160"/>
            <a:ext cx="81280" cy="731520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2438400" y="3657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51200" y="3749040"/>
            <a:ext cx="325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Tiempo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43328" y="4462272"/>
            <a:ext cx="4632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2243328" y="4462272"/>
            <a:ext cx="81280" cy="73152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2438400" y="455371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51200" y="4645152"/>
            <a:ext cx="325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Creatividad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43328" y="5358384"/>
            <a:ext cx="4632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2243328" y="5358384"/>
            <a:ext cx="81280" cy="73152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2438400" y="544982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51200" y="5541264"/>
            <a:ext cx="325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Costos Fijos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8960" y="6903720"/>
            <a:ext cx="796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app gratuita que te ayuda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calcular el precio justo 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una de tus creaciones.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41422"/>
          </a:solidFill>
          <a:ln w="12700">
            <a:solidFill>
              <a:srgbClr val="1414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25600" y="-914400"/>
            <a:ext cx="6502400" cy="3657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876800" y="6858000"/>
            <a:ext cx="5689600" cy="3200400"/>
          </a:xfrm>
          <a:prstGeom prst="ellipse">
            <a:avLst/>
          </a:prstGeom>
          <a:solidFill>
            <a:srgbClr val="FFD93D">
              <a:alpha val="40000"/>
            </a:srgbClr>
          </a:solidFill>
          <a:ln w="12700">
            <a:solidFill>
              <a:srgbClr val="FFD93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689600" y="2743200"/>
            <a:ext cx="4064000" cy="2286000"/>
          </a:xfrm>
          <a:prstGeom prst="ellipse">
            <a:avLst/>
          </a:prstGeom>
          <a:solidFill>
            <a:srgbClr val="C77DFF">
              <a:alpha val="30000"/>
            </a:srgbClr>
          </a:solidFill>
          <a:ln w="12700">
            <a:solidFill>
              <a:srgbClr val="C77D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✨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68960" y="2194560"/>
            <a:ext cx="796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arte merece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 valorado.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Empieza hoy.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12800" y="4434840"/>
            <a:ext cx="747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app es gratuita.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Creada con amor para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todas las que la necesiten.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6427039"/>
            <a:ext cx="6583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280160" y="6427039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www.viviloaiza.cl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0" y="5897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👇 Encuéntrame aquí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8001000"/>
            <a:ext cx="9144000" cy="1143000"/>
          </a:xfrm>
          <a:prstGeom prst="rect">
            <a:avLst/>
          </a:prstGeom>
          <a:solidFill>
            <a:srgbClr val="1E1E2E">
              <a:alpha val="80000"/>
            </a:srgbClr>
          </a:solidFill>
          <a:ln w="12700">
            <a:solidFill>
              <a:srgbClr val="1E1E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0" y="800100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</a:t>
            </a:r>
            <a:r>
              <a:rPr lang="en-US" sz="1300" b="1" dirty="0">
                <a:solidFill>
                  <a:srgbClr val="C77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</a:t>
            </a:r>
            <a:r>
              <a:rPr lang="en-US" sz="1300" dirty="0">
                <a:solidFill>
                  <a:srgbClr val="9A8F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✨ por viviLoaiza.cl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528</Words>
  <Application>Microsoft Office PowerPoint</Application>
  <PresentationFormat>Presentación en pantalla (16:9)</PresentationFormat>
  <Paragraphs>154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Georgia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 emprendimiento merece precios justos</dc:title>
  <dc:subject>PptxGenJS Presentation</dc:subject>
  <dc:creator>PptxGenJS</dc:creator>
  <cp:lastModifiedBy>Pablo Rojas</cp:lastModifiedBy>
  <cp:revision>2</cp:revision>
  <dcterms:created xsi:type="dcterms:W3CDTF">2026-03-08T13:48:34Z</dcterms:created>
  <dcterms:modified xsi:type="dcterms:W3CDTF">2026-03-08T15:14:24Z</dcterms:modified>
</cp:coreProperties>
</file>